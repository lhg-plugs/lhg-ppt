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</p:nvSpPr>
        <p:spPr>
          <a:xfrm>
            <a:off x="0" y="0"/>
            <a:ext cx="1000000" cy="1000000"/>
          </a:xfrm>
        </p:spPr>
        <p:txBody>
          <a:bodyPr/>
          <a:p>
            <a:r>
              <a:rPr sz="1200"/>
              <a:t>讲这页时的 3 句话：先说结论，再说数据，最后说行动。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</p:nvSpPr>
        <p:spPr>
          <a:xfrm>
            <a:off x="0" y="0"/>
            <a:ext cx="1000000" cy="1000000"/>
          </a:xfrm>
        </p:spPr>
        <p:txBody>
          <a:bodyPr/>
          <a:p>
            <a:r>
              <a:rPr sz="1200"/>
              <a:t>讲这页时的 3 句话：先说结论，再说数据，最后说行动。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</p:nvSpPr>
        <p:spPr>
          <a:xfrm>
            <a:off x="0" y="0"/>
            <a:ext cx="1000000" cy="1000000"/>
          </a:xfrm>
        </p:spPr>
        <p:txBody>
          <a:bodyPr/>
          <a:p>
            <a:r>
              <a:rPr sz="1200"/>
              <a:t>讲这页时的 3 句话：先说结论，再说数据，最后说行动。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</p:nvSpPr>
        <p:spPr>
          <a:xfrm>
            <a:off x="0" y="0"/>
            <a:ext cx="1000000" cy="1000000"/>
          </a:xfrm>
        </p:spPr>
        <p:txBody>
          <a:bodyPr/>
          <a:p>
            <a:r>
              <a:rPr sz="1200"/>
              <a:t>讲这页时的 3 句话：先说结论，再说数据，最后说行动。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</p:nvSpPr>
        <p:spPr>
          <a:xfrm>
            <a:off x="0" y="0"/>
            <a:ext cx="1000000" cy="1000000"/>
          </a:xfrm>
        </p:spPr>
        <p:txBody>
          <a:bodyPr/>
          <a:p>
            <a:r>
              <a:rPr sz="1200"/>
              <a:t>讲这页时的 3 句话：先说结论，再说数据，最后说行动。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</p:nvSpPr>
        <p:spPr>
          <a:xfrm>
            <a:off x="0" y="0"/>
            <a:ext cx="1000000" cy="1000000"/>
          </a:xfrm>
        </p:spPr>
        <p:txBody>
          <a:bodyPr/>
          <a:p>
            <a:r>
              <a:rPr sz="1200"/>
              <a:t>讲这页时的 3 句话：先说结论，再说数据，最后说行动。</a:t>
            </a:r>
          </a:p>
        </p:txBody>
      </p:sp>
    </p:spTree>
  </p:cSld>
</p:notes>
</file>

<file path=ppt/slideLayouts/slideLayout1.xml><?xml version="1.0" encoding="utf-8"?>
<p:sldLayout xmlns:p="http://schemas.openxmlformats.org/presentationml/2006/main" xmlns:a="http://schemas.openxmlformats.org/drawingml/2006/main">
  <p:cSld>
    <p:spTree>
      <p:nvGrpSpPr>
        <p:cNvPr id="1" name=""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>
  <p:cSld>
    <p:spTree>
      <p:nvGrpSpPr>
        <p:cNvPr id="1" name=""/>
      </p:nvGrpSpPr>
      <p:grpSpPr/>
    </p:spTree>
  </p:cSld>
</p:sldMaster>
</file>

<file path=ppt/slides/_rels/slide1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731520"/>
            <a:ext cx="10058400" cy="914400"/>
          </a:xfrm>
        </p:spPr>
        <p:txBody>
          <a:bodyPr/>
          <a:p>
            <a:r>
              <a:rPr sz="3000">
                <a:solidFill>
                  <a:srgbClr val="333333"/>
                </a:solidFill>
                <a:latin typeface="思源黑体"/>
                <a:ea typeface="思源黑体"/>
              </a:rPr>
              <a:t>封面：Q3 用户增长复盘</a:t>
            </a:r>
          </a:p>
        </p:txBody>
      </p:sp>
      <p:sp>
        <p:nvSpPr>
          <p:cNvPr id="3" name="shape3"/>
        </p:nvSpPr>
        <p:spPr>
          <a:xfrm>
            <a:off x="640080" y="2286000"/>
            <a:ext cx="10058400" cy="18288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要点一：数据支撑结论</a:t>
            </a:r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要点二：方法可复用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731520"/>
            <a:ext cx="10058400" cy="914400"/>
          </a:xfrm>
        </p:spPr>
        <p:txBody>
          <a:bodyPr/>
          <a:p>
            <a:r>
              <a:rPr sz="3000">
                <a:solidFill>
                  <a:srgbClr val="333333"/>
                </a:solidFill>
                <a:latin typeface="思源黑体"/>
                <a:ea typeface="思源黑体"/>
              </a:rPr>
              <a:t>核心结论：获客成本下降 40%</a:t>
            </a:r>
          </a:p>
        </p:txBody>
      </p:sp>
      <p:sp>
        <p:nvSpPr>
          <p:cNvPr id="3" name="shape3"/>
        </p:nvSpPr>
        <p:spPr>
          <a:xfrm>
            <a:off x="640080" y="2286000"/>
            <a:ext cx="10058400" cy="18288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要点一：数据支撑结论</a:t>
            </a:r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要点二：方法可复用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731520"/>
            <a:ext cx="10058400" cy="914400"/>
          </a:xfrm>
        </p:spPr>
        <p:txBody>
          <a:bodyPr/>
          <a:p>
            <a:r>
              <a:rPr sz="3000">
                <a:solidFill>
                  <a:srgbClr val="333333"/>
                </a:solidFill>
                <a:latin typeface="思源黑体"/>
                <a:ea typeface="思源黑体"/>
              </a:rPr>
              <a:t>渠道分析：短视频起量</a:t>
            </a:r>
          </a:p>
        </p:txBody>
      </p:sp>
      <p:sp>
        <p:nvSpPr>
          <p:cNvPr id="3" name="shape3"/>
        </p:nvSpPr>
        <p:spPr>
          <a:xfrm>
            <a:off x="640080" y="2286000"/>
            <a:ext cx="10058400" cy="18288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要点一：数据支撑结论</a:t>
            </a:r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要点二：方法可复用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731520"/>
            <a:ext cx="10058400" cy="914400"/>
          </a:xfrm>
        </p:spPr>
        <p:txBody>
          <a:bodyPr/>
          <a:p>
            <a:r>
              <a:rPr sz="3000">
                <a:solidFill>
                  <a:srgbClr val="333333"/>
                </a:solidFill>
                <a:latin typeface="思源黑体"/>
                <a:ea typeface="思源黑体"/>
              </a:rPr>
              <a:t>留存提升：8 个百分点</a:t>
            </a:r>
          </a:p>
        </p:txBody>
      </p:sp>
      <p:sp>
        <p:nvSpPr>
          <p:cNvPr id="3" name="shape3"/>
        </p:nvSpPr>
        <p:spPr>
          <a:xfrm>
            <a:off x="640080" y="2286000"/>
            <a:ext cx="10058400" cy="18288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要点一：数据支撑结论</a:t>
            </a:r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要点二：方法可复用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731520"/>
            <a:ext cx="10058400" cy="914400"/>
          </a:xfrm>
        </p:spPr>
        <p:txBody>
          <a:bodyPr/>
          <a:p>
            <a:r>
              <a:rPr sz="3000">
                <a:solidFill>
                  <a:srgbClr val="333333"/>
                </a:solidFill>
                <a:latin typeface="思源黑体"/>
                <a:ea typeface="思源黑体"/>
              </a:rPr>
              <a:t>下季度规划</a:t>
            </a:r>
          </a:p>
        </p:txBody>
      </p:sp>
      <p:sp>
        <p:nvSpPr>
          <p:cNvPr id="3" name="shape3"/>
        </p:nvSpPr>
        <p:spPr>
          <a:xfrm>
            <a:off x="640080" y="2286000"/>
            <a:ext cx="10058400" cy="18288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要点一：数据支撑结论</a:t>
            </a:r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要点二：方法可复用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2" name="shape2"/>
        </p:nvSpPr>
        <p:spPr>
          <a:xfrm>
            <a:off x="640080" y="731520"/>
            <a:ext cx="10058400" cy="914400"/>
          </a:xfrm>
        </p:spPr>
        <p:txBody>
          <a:bodyPr/>
          <a:p>
            <a:r>
              <a:rPr sz="3000">
                <a:solidFill>
                  <a:srgbClr val="333333"/>
                </a:solidFill>
                <a:latin typeface="思源黑体"/>
                <a:ea typeface="思源黑体"/>
              </a:rPr>
              <a:t>谢谢</a:t>
            </a:r>
          </a:p>
        </p:txBody>
      </p:sp>
      <p:sp>
        <p:nvSpPr>
          <p:cNvPr id="3" name="shape3"/>
        </p:nvSpPr>
        <p:spPr>
          <a:xfrm>
            <a:off x="640080" y="2286000"/>
            <a:ext cx="10058400" cy="1828800"/>
          </a:xfrm>
        </p:spPr>
        <p:txBody>
          <a:bodyPr/>
          <a:p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要点一：数据支撑结论</a:t>
            </a:r>
            <a:r>
              <a:rPr sz="2000">
                <a:solidFill>
                  <a:srgbClr val="333333"/>
                </a:solidFill>
                <a:latin typeface="思源黑体"/>
                <a:ea typeface="思源黑体"/>
              </a:rPr>
              <a:t>要点二：方法可复用</a:t>
            </a:r>
          </a:p>
        </p:txBody>
      </p:sp>
    </p:spTree>
  </p:cSld>
</p:sld>
</file>