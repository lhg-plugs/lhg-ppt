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/Relationships>
</file>

<file path=ppt/slideLayouts/slideLayout1.xml><?xml version="1.0" encoding="utf-8"?>
<p:sldLayout xmlns:p="http://schemas.openxmlformats.org/presentationml/2006/main" xmlns:a="http://schemas.openxmlformats.org/drawingml/2006/main">
  <p:cSld>
    <p:spTree>
      <p:nvGrpSpPr>
        <p:cNvPr id="1" name=""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>
  <p:cSld>
    <p:spTree>
      <p:nvGrpSpPr>
        <p:cNvPr id="1" name=""/>
      </p:nvGrpSpPr>
      <p:grpSpPr/>
    </p:spTree>
  </p:cSld>
</p:sldMaster>
</file>

<file path=ppt/slides/_rels/slide1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914400"/>
            <a:ext cx="10058400" cy="914400"/>
          </a:xfrm>
        </p:spPr>
        <p:txBody>
          <a:bodyPr/>
          <a:p>
            <a:r>
              <a:rPr sz="800">
                <a:solidFill>
                  <a:srgbClr val="333333"/>
                </a:solidFill>
                <a:latin typeface="微软雅黑"/>
                <a:ea typeface="微软雅黑"/>
              </a:rPr>
              <a:t>小到看不清的标题</a:t>
            </a:r>
          </a:p>
        </p:txBody>
      </p:sp>
      <p:sp>
        <p:nvSpPr>
          <p:cNvPr id="3" name="shape3"/>
        </p:nvSpPr>
        <p:spPr>
          <a:xfrm>
            <a:off x="640080" y="2286000"/>
            <a:ext cx="10058400" cy="914400"/>
          </a:xfrm>
        </p:spPr>
        <p:txBody>
          <a:bodyPr/>
          <a:p>
            <a:r>
              <a:rPr sz="1000">
                <a:solidFill>
                  <a:srgbClr val="CCCCCC"/>
                </a:solidFill>
                <a:latin typeface="微软雅黑"/>
                <a:ea typeface="微软雅黑"/>
              </a:rPr>
              <a:t>浅灰文字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914400"/>
            <a:ext cx="10058400" cy="2743200"/>
          </a:xfrm>
        </p:spPr>
        <p:txBody>
          <a:bodyPr/>
          <a:p>
            <a:r>
              <a:rPr sz="1600">
                <a:solidFill>
                  <a:srgbClr val="333333"/>
                </a:solidFill>
                <a:latin typeface="思源黑体"/>
                <a:ea typeface="思源黑体"/>
              </a:rPr>
              <a:t>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这是一段故意写得很长的文字。</a:t>
            </a:r>
          </a:p>
        </p:txBody>
      </p:sp>
      <p:sp>
        <p:nvSpPr>
          <p:cNvPr id="3" name="shape3"/>
        </p:nvSpPr>
        <p:spPr>
          <a:xfrm>
            <a:off x="1828800" y="4114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第二栏</a:t>
            </a:r>
          </a:p>
        </p:txBody>
      </p:sp>
      <p:sp>
        <p:nvSpPr>
          <p:cNvPr id="4" name="shape4"/>
        </p:nvSpPr>
        <p:spPr>
          <a:xfrm>
            <a:off x="3200400" y="50292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第三栏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1400">
                <a:solidFill>
                  <a:srgbClr val="333333"/>
                </a:solidFill>
                <a:latin typeface="思源黑体"/>
                <a:ea typeface="思源黑体"/>
              </a:rPr>
              <a:t>偏小的正文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4 页内容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5 页内容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6 页内容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7 页内容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8 页内容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9 页内容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10 页内容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11 页内容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12 页内容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13 页内容</a:t>
            </a:r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14 页内容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15 页内容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16 页内容</a:t>
            </a:r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17 页内容</a:t>
            </a:r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18 页内容</a:t>
            </a:r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19 页内容</a:t>
            </a:r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20 页内容</a:t>
            </a:r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21 页内容</a:t>
            </a:r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22 页内容</a:t>
            </a:r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23 页内容</a:t>
            </a:r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24 页内容</a:t>
            </a:r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25 页内容</a:t>
            </a:r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26 页内容</a:t>
            </a:r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27 页内容</a:t>
            </a:r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28 页内容</a:t>
            </a:r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29 页内容</a:t>
            </a:r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30 页内容</a:t>
            </a:r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31 页内容</a:t>
            </a:r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1828800"/>
            <a:ext cx="10058400" cy="9144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第 32 页内容</a:t>
            </a:r>
          </a:p>
        </p:txBody>
      </p:sp>
    </p:spTree>
  </p:cSld>
</p:sld>
</file>